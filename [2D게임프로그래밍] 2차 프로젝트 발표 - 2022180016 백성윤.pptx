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A545B-6BB1-496F-BC0F-33D12A7E7E1A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723EF-3086-413C-B456-7BC20C76B8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258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5723EF-3086-413C-B456-7BC20C76B84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46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98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597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38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796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67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39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170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74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89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892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368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285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53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478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691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21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43303-3A92-4C04-A5B9-7739E7E0EA47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51F0-5DC5-47D9-B1F5-57DA43EA79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93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PC 게임, 비디오 게임 소프트웨어, 그래픽 디자인이(가) 표시된 사진">
            <a:extLst>
              <a:ext uri="{FF2B5EF4-FFF2-40B4-BE49-F238E27FC236}">
                <a16:creationId xmlns:a16="http://schemas.microsoft.com/office/drawing/2014/main" id="{3262208F-CB8B-8C2B-576E-7A2F19945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CD7D388-050C-3766-65BA-ACF195471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바운스</a:t>
            </a:r>
            <a:r>
              <a:rPr lang="ko-KR" altLang="en-US" dirty="0"/>
              <a:t> 어택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84BA9F-B20F-4656-3E63-402B8B7DF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2022180016 </a:t>
            </a:r>
            <a:r>
              <a:rPr lang="ko-KR" altLang="en-US" dirty="0"/>
              <a:t>백성윤</a:t>
            </a:r>
          </a:p>
        </p:txBody>
      </p:sp>
    </p:spTree>
    <p:extLst>
      <p:ext uri="{BB962C8B-B14F-4D97-AF65-F5344CB8AC3E}">
        <p14:creationId xmlns:p14="http://schemas.microsoft.com/office/powerpoint/2010/main" val="118324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E0769-7D21-D89C-FD0B-28A9E5F7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진행 상황 </a:t>
            </a:r>
            <a:r>
              <a:rPr lang="en-US" altLang="ko-KR" dirty="0"/>
              <a:t>(</a:t>
            </a:r>
            <a:r>
              <a:rPr lang="ko-KR" altLang="en-US" dirty="0"/>
              <a:t>평균 </a:t>
            </a:r>
            <a:r>
              <a:rPr lang="en-US" altLang="ko-KR" dirty="0"/>
              <a:t>: 80%)</a:t>
            </a:r>
            <a:endParaRPr lang="ko-KR" altLang="en-US" dirty="0"/>
          </a:p>
        </p:txBody>
      </p:sp>
      <p:graphicFrame>
        <p:nvGraphicFramePr>
          <p:cNvPr id="18" name="내용 개체 틀 17">
            <a:extLst>
              <a:ext uri="{FF2B5EF4-FFF2-40B4-BE49-F238E27FC236}">
                <a16:creationId xmlns:a16="http://schemas.microsoft.com/office/drawing/2014/main" id="{F2D99EFB-B8BA-C2D6-45F5-419A8136A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138782"/>
              </p:ext>
            </p:extLst>
          </p:nvPr>
        </p:nvGraphicFramePr>
        <p:xfrm>
          <a:off x="914400" y="1821976"/>
          <a:ext cx="10353672" cy="442643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60060">
                  <a:extLst>
                    <a:ext uri="{9D8B030D-6E8A-4147-A177-3AD203B41FA5}">
                      <a16:colId xmlns:a16="http://schemas.microsoft.com/office/drawing/2014/main" val="3444368703"/>
                    </a:ext>
                  </a:extLst>
                </a:gridCol>
                <a:gridCol w="1125940">
                  <a:extLst>
                    <a:ext uri="{9D8B030D-6E8A-4147-A177-3AD203B41FA5}">
                      <a16:colId xmlns:a16="http://schemas.microsoft.com/office/drawing/2014/main" val="1258381469"/>
                    </a:ext>
                  </a:extLst>
                </a:gridCol>
                <a:gridCol w="6271146">
                  <a:extLst>
                    <a:ext uri="{9D8B030D-6E8A-4147-A177-3AD203B41FA5}">
                      <a16:colId xmlns:a16="http://schemas.microsoft.com/office/drawing/2014/main" val="2523589335"/>
                    </a:ext>
                  </a:extLst>
                </a:gridCol>
                <a:gridCol w="1796526">
                  <a:extLst>
                    <a:ext uri="{9D8B030D-6E8A-4147-A177-3AD203B41FA5}">
                      <a16:colId xmlns:a16="http://schemas.microsoft.com/office/drawing/2014/main" val="3676888478"/>
                    </a:ext>
                  </a:extLst>
                </a:gridCol>
              </a:tblGrid>
              <a:tr h="55330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리소스 수집 및 게임 시작화면 제작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664977"/>
                  </a:ext>
                </a:extLst>
              </a:tr>
              <a:tr h="5533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리소스 수집 및 게임 시작화면 제작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730677"/>
                  </a:ext>
                </a:extLst>
              </a:tr>
              <a:tr h="55330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 제작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96302"/>
                  </a:ext>
                </a:extLst>
              </a:tr>
              <a:tr h="5533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맵 제작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818879"/>
                  </a:ext>
                </a:extLst>
              </a:tr>
              <a:tr h="55330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UI </a:t>
                      </a:r>
                      <a:r>
                        <a:rPr lang="ko-KR" altLang="en-US" dirty="0"/>
                        <a:t>제작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23237"/>
                  </a:ext>
                </a:extLst>
              </a:tr>
              <a:tr h="5533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게임 중단 화면만 구현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662080"/>
                  </a:ext>
                </a:extLst>
              </a:tr>
              <a:tr h="55330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캐릭터 제작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98810"/>
                  </a:ext>
                </a:extLst>
              </a:tr>
              <a:tr h="55330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점프 키 관련 버그 수정 필요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380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69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텍스트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D7BF48-E663-650B-9694-6FDFFD99F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94" y="709592"/>
            <a:ext cx="11896812" cy="543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40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67</Words>
  <Application>Microsoft Office PowerPoint</Application>
  <PresentationFormat>와이드스크린</PresentationFormat>
  <Paragraphs>28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Bookman Old Style</vt:lpstr>
      <vt:lpstr>Rockwell</vt:lpstr>
      <vt:lpstr>Damask</vt:lpstr>
      <vt:lpstr>바운스 어택</vt:lpstr>
      <vt:lpstr>개발 진행 상황 (평균 : 80%)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백성윤(2022180016)</dc:creator>
  <cp:lastModifiedBy>백성윤(2022180016)</cp:lastModifiedBy>
  <cp:revision>5</cp:revision>
  <dcterms:created xsi:type="dcterms:W3CDTF">2025-10-01T05:08:59Z</dcterms:created>
  <dcterms:modified xsi:type="dcterms:W3CDTF">2025-11-12T08:34:40Z</dcterms:modified>
</cp:coreProperties>
</file>