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080A7BA-14AE-413A-A4AC-C85AA4863853}">
          <p14:sldIdLst>
            <p14:sldId id="256"/>
          </p14:sldIdLst>
        </p14:section>
        <p14:section name="제목 없는 구역" id="{361E2545-DCE7-4B0A-B58E-4FC865047993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A545B-6BB1-496F-BC0F-33D12A7E7E1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723EF-3086-413C-B456-7BC20C76B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258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723EF-3086-413C-B456-7BC20C76B84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46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98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597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386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79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67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9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397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170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74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89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892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368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285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53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478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691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21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43303-3A92-4C04-A5B9-7739E7E0EA4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9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PC 게임, 비디오 게임 소프트웨어, 그래픽 디자인이(가) 표시된 사진">
            <a:extLst>
              <a:ext uri="{FF2B5EF4-FFF2-40B4-BE49-F238E27FC236}">
                <a16:creationId xmlns:a16="http://schemas.microsoft.com/office/drawing/2014/main" id="{3262208F-CB8B-8C2B-576E-7A2F19945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D7D388-050C-3766-65BA-ACF195471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바운스</a:t>
            </a:r>
            <a:r>
              <a:rPr lang="ko-KR" altLang="en-US" dirty="0"/>
              <a:t> 어택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84BA9F-B20F-4656-3E63-402B8B7DF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2022180016 </a:t>
            </a:r>
            <a:r>
              <a:rPr lang="ko-KR" altLang="en-US" dirty="0"/>
              <a:t>백성윤</a:t>
            </a:r>
          </a:p>
        </p:txBody>
      </p:sp>
    </p:spTree>
    <p:extLst>
      <p:ext uri="{BB962C8B-B14F-4D97-AF65-F5344CB8AC3E}">
        <p14:creationId xmlns:p14="http://schemas.microsoft.com/office/powerpoint/2010/main" val="118324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E0769-7D21-D89C-FD0B-28A9E5F73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07" y="247522"/>
            <a:ext cx="10353761" cy="1326321"/>
          </a:xfrm>
        </p:spPr>
        <p:txBody>
          <a:bodyPr/>
          <a:lstStyle/>
          <a:p>
            <a:r>
              <a:rPr lang="ko-KR" altLang="en-US" dirty="0"/>
              <a:t>개발 진척도</a:t>
            </a:r>
          </a:p>
        </p:txBody>
      </p:sp>
      <p:graphicFrame>
        <p:nvGraphicFramePr>
          <p:cNvPr id="18" name="내용 개체 틀 17">
            <a:extLst>
              <a:ext uri="{FF2B5EF4-FFF2-40B4-BE49-F238E27FC236}">
                <a16:creationId xmlns:a16="http://schemas.microsoft.com/office/drawing/2014/main" id="{F2D99EFB-B8BA-C2D6-45F5-419A8136A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6702556"/>
              </p:ext>
            </p:extLst>
          </p:nvPr>
        </p:nvGraphicFramePr>
        <p:xfrm>
          <a:off x="913707" y="1270186"/>
          <a:ext cx="10353673" cy="510274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89357">
                  <a:extLst>
                    <a:ext uri="{9D8B030D-6E8A-4147-A177-3AD203B41FA5}">
                      <a16:colId xmlns:a16="http://schemas.microsoft.com/office/drawing/2014/main" val="3444368703"/>
                    </a:ext>
                  </a:extLst>
                </a:gridCol>
                <a:gridCol w="3032403">
                  <a:extLst>
                    <a:ext uri="{9D8B030D-6E8A-4147-A177-3AD203B41FA5}">
                      <a16:colId xmlns:a16="http://schemas.microsoft.com/office/drawing/2014/main" val="1258381469"/>
                    </a:ext>
                  </a:extLst>
                </a:gridCol>
                <a:gridCol w="5148870">
                  <a:extLst>
                    <a:ext uri="{9D8B030D-6E8A-4147-A177-3AD203B41FA5}">
                      <a16:colId xmlns:a16="http://schemas.microsoft.com/office/drawing/2014/main" val="2523589335"/>
                    </a:ext>
                  </a:extLst>
                </a:gridCol>
                <a:gridCol w="883043">
                  <a:extLst>
                    <a:ext uri="{9D8B030D-6E8A-4147-A177-3AD203B41FA5}">
                      <a16:colId xmlns:a16="http://schemas.microsoft.com/office/drawing/2014/main" val="3676888478"/>
                    </a:ext>
                  </a:extLst>
                </a:gridCol>
              </a:tblGrid>
              <a:tr h="4025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72539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 스타일이 다른 맵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종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종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평지 맵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사원 맵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 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664977"/>
                  </a:ext>
                </a:extLst>
              </a:tr>
              <a:tr h="4025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캐릭터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 역할별 캐릭터 </a:t>
                      </a:r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종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종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근거리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원거리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밸런스형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75%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73067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밸런스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조절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플레이어의 </a:t>
                      </a:r>
                      <a:r>
                        <a:rPr lang="ko-KR" altLang="en-US" dirty="0"/>
                        <a:t>실력에 따라 승패가 결정되게끔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평지맵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원거리 우세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 err="1"/>
                        <a:t>사원맵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근거리 우세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근거리 캐릭터 </a:t>
                      </a:r>
                      <a:r>
                        <a:rPr lang="en-US" altLang="ko-KR" dirty="0"/>
                        <a:t>:</a:t>
                      </a:r>
                      <a:r>
                        <a:rPr lang="ko-KR" altLang="en-US" dirty="0"/>
                        <a:t> 이동기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스킬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로 접근 가능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원거리 캐릭터 </a:t>
                      </a:r>
                      <a:r>
                        <a:rPr lang="en-US" altLang="ko-KR" dirty="0"/>
                        <a:t>:</a:t>
                      </a:r>
                      <a:r>
                        <a:rPr lang="ko-KR" altLang="en-US" dirty="0"/>
                        <a:t> 타격 시 </a:t>
                      </a:r>
                      <a:r>
                        <a:rPr lang="ko-KR" altLang="en-US" dirty="0" err="1"/>
                        <a:t>넉백</a:t>
                      </a:r>
                      <a:r>
                        <a:rPr lang="ko-KR" altLang="en-US" dirty="0"/>
                        <a:t> 거리 ↑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 err="1"/>
                        <a:t>샷건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가까울수록 데미지 </a:t>
                      </a:r>
                      <a:r>
                        <a:rPr lang="en-US" altLang="ko-KR" dirty="0"/>
                        <a:t>up) </a:t>
                      </a:r>
                      <a:r>
                        <a:rPr lang="ko-KR" altLang="en-US" dirty="0" err="1"/>
                        <a:t>저격총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멀수록 데미지 </a:t>
                      </a:r>
                      <a:r>
                        <a:rPr lang="en-US" altLang="ko-KR" dirty="0"/>
                        <a:t>up)</a:t>
                      </a:r>
                    </a:p>
                    <a:p>
                      <a:pPr algn="ctr" latinLnBrk="1"/>
                      <a:r>
                        <a:rPr lang="ko-KR" altLang="en-US" dirty="0"/>
                        <a:t>각 캐릭터 </a:t>
                      </a:r>
                      <a:r>
                        <a:rPr lang="ko-KR" altLang="en-US" dirty="0" err="1"/>
                        <a:t>궁극기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밸류를</a:t>
                      </a:r>
                      <a:r>
                        <a:rPr lang="ko-KR" altLang="en-US" dirty="0"/>
                        <a:t> 고려한 </a:t>
                      </a:r>
                      <a:r>
                        <a:rPr lang="en-US" altLang="ko-KR" dirty="0" err="1"/>
                        <a:t>mp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소모량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323237"/>
                  </a:ext>
                </a:extLst>
              </a:tr>
              <a:tr h="4025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UI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 플레이가 매끄럽게 이어지도록 </a:t>
                      </a:r>
                      <a:r>
                        <a:rPr lang="en-US" altLang="ko-KR" dirty="0"/>
                        <a:t>UI </a:t>
                      </a:r>
                      <a:r>
                        <a:rPr lang="ko-KR" altLang="en-US" dirty="0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662080"/>
                  </a:ext>
                </a:extLst>
              </a:tr>
              <a:tr h="4025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재미요소 추가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최대 </a:t>
                      </a:r>
                      <a:r>
                        <a:rPr lang="en-US" altLang="ko-KR" dirty="0"/>
                        <a:t>hp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 err="1"/>
                        <a:t>mp</a:t>
                      </a:r>
                      <a:r>
                        <a:rPr lang="ko-KR" altLang="en-US" dirty="0" err="1"/>
                        <a:t>회복량</a:t>
                      </a:r>
                      <a:r>
                        <a:rPr lang="ko-KR" altLang="en-US" dirty="0"/>
                        <a:t> 설정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맵 랜덤 구현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구현 완료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맵 특성상 유리한 캐릭터가 있으므로 랜덤 구현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974075"/>
                  </a:ext>
                </a:extLst>
              </a:tr>
              <a:tr h="4025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배경음악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캐릭터 사운드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9898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69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A4B0D0-3F9E-CA98-356A-4473577CB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722" y="0"/>
            <a:ext cx="9045278" cy="5969882"/>
          </a:xfrm>
          <a:prstGeom prst="rect">
            <a:avLst/>
          </a:prstGeom>
          <a:ln w="127000" cap="flat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330920-9EF2-D579-55F2-976B83961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07958"/>
              </p:ext>
            </p:extLst>
          </p:nvPr>
        </p:nvGraphicFramePr>
        <p:xfrm>
          <a:off x="0" y="2111098"/>
          <a:ext cx="8966030" cy="47469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483015">
                  <a:extLst>
                    <a:ext uri="{9D8B030D-6E8A-4147-A177-3AD203B41FA5}">
                      <a16:colId xmlns:a16="http://schemas.microsoft.com/office/drawing/2014/main" val="493029370"/>
                    </a:ext>
                  </a:extLst>
                </a:gridCol>
                <a:gridCol w="4483015">
                  <a:extLst>
                    <a:ext uri="{9D8B030D-6E8A-4147-A177-3AD203B41FA5}">
                      <a16:colId xmlns:a16="http://schemas.microsoft.com/office/drawing/2014/main" val="1052481390"/>
                    </a:ext>
                  </a:extLst>
                </a:gridCol>
              </a:tblGrid>
              <a:tr h="4746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커밋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359046"/>
                  </a:ext>
                </a:extLst>
              </a:tr>
              <a:tr h="4746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Sep 23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126081"/>
                  </a:ext>
                </a:extLst>
              </a:tr>
              <a:tr h="474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Oct 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307593"/>
                  </a:ext>
                </a:extLst>
              </a:tr>
              <a:tr h="474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Oct 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84156"/>
                  </a:ext>
                </a:extLst>
              </a:tr>
              <a:tr h="474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821803"/>
                  </a:ext>
                </a:extLst>
              </a:tr>
              <a:tr h="474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170275"/>
                  </a:ext>
                </a:extLst>
              </a:tr>
              <a:tr h="4746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Nov 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621933"/>
                  </a:ext>
                </a:extLst>
              </a:tr>
              <a:tr h="4746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Nov 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871082"/>
                  </a:ext>
                </a:extLst>
              </a:tr>
              <a:tr h="4746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Nov 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960365"/>
                  </a:ext>
                </a:extLst>
              </a:tr>
              <a:tr h="4746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Dec 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988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840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205</Words>
  <Application>Microsoft Office PowerPoint</Application>
  <PresentationFormat>와이드스크린</PresentationFormat>
  <Paragraphs>61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Bookman Old Style</vt:lpstr>
      <vt:lpstr>Rockwell</vt:lpstr>
      <vt:lpstr>Damask</vt:lpstr>
      <vt:lpstr>바운스 어택</vt:lpstr>
      <vt:lpstr>개발 진척도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백성윤(2022180016)</dc:creator>
  <cp:lastModifiedBy>백성윤(2022180016)</cp:lastModifiedBy>
  <cp:revision>13</cp:revision>
  <dcterms:created xsi:type="dcterms:W3CDTF">2025-10-01T05:08:59Z</dcterms:created>
  <dcterms:modified xsi:type="dcterms:W3CDTF">2025-12-10T05:57:50Z</dcterms:modified>
</cp:coreProperties>
</file>